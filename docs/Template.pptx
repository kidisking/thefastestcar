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1" r:id="rId3"/>
    <p:sldId id="265" r:id="rId4"/>
    <p:sldId id="264" r:id="rId5"/>
    <p:sldId id="266" r:id="rId6"/>
    <p:sldId id="268" r:id="rId7"/>
    <p:sldId id="267" r:id="rId8"/>
    <p:sldId id="269" r:id="rId9"/>
    <p:sldId id="272" r:id="rId10"/>
    <p:sldId id="273" r:id="rId11"/>
    <p:sldId id="270" r:id="rId12"/>
    <p:sldId id="271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64F"/>
    <a:srgbClr val="4D0397"/>
    <a:srgbClr val="5603A9"/>
    <a:srgbClr val="6F04DA"/>
    <a:srgbClr val="00A4DE"/>
    <a:srgbClr val="009218"/>
    <a:srgbClr val="701800"/>
    <a:srgbClr val="681600"/>
    <a:srgbClr val="EA8B00"/>
    <a:srgbClr val="FB8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1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7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75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2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091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4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51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073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1594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268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78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7824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663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C34F5-BDE2-4375-B83B-F49841317258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AC15E-FCD1-4167-800F-1DB8497AB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0833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" r="1"/>
          <a:stretch/>
        </p:blipFill>
        <p:spPr>
          <a:xfrm>
            <a:off x="0" y="0"/>
            <a:ext cx="12149211" cy="685800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12302" r="3901" b="12632"/>
          <a:stretch/>
        </p:blipFill>
        <p:spPr>
          <a:xfrm>
            <a:off x="3440414" y="393929"/>
            <a:ext cx="2229493" cy="1301015"/>
          </a:xfrm>
          <a:prstGeom prst="rect">
            <a:avLst/>
          </a:prstGeom>
        </p:spPr>
      </p:pic>
      <p:graphicFrame>
        <p:nvGraphicFramePr>
          <p:cNvPr id="16" name="Объект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1629724"/>
              </p:ext>
            </p:extLst>
          </p:nvPr>
        </p:nvGraphicFramePr>
        <p:xfrm>
          <a:off x="10103851" y="440000"/>
          <a:ext cx="1145277" cy="502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CorelDRAW" r:id="rId5" imgW="3084412" imgH="1354813" progId="CorelDraw.Graphic.22">
                  <p:embed/>
                </p:oleObj>
              </mc:Choice>
              <mc:Fallback>
                <p:oleObj name="CorelDRAW" r:id="rId5" imgW="3084412" imgH="1354813" progId="CorelDraw.Graphic.22">
                  <p:embed/>
                  <p:pic>
                    <p:nvPicPr>
                      <p:cNvPr id="18" name="Объект 1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103851" y="440000"/>
                        <a:ext cx="1145277" cy="5027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Заголовок 1"/>
          <p:cNvSpPr txBox="1">
            <a:spLocks/>
          </p:cNvSpPr>
          <p:nvPr/>
        </p:nvSpPr>
        <p:spPr>
          <a:xfrm>
            <a:off x="3440414" y="2346106"/>
            <a:ext cx="7488832" cy="2331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ru-RU" sz="5400" b="1" dirty="0" err="1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TheFastestCar</a:t>
            </a:r>
            <a:endParaRPr lang="ru-RU" altLang="ru-RU" sz="5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3499408" y="4798350"/>
            <a:ext cx="5647765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Выполнил: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Масалова Яна Александровна</a:t>
            </a:r>
            <a:endParaRPr lang="ru-RU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b="1" dirty="0">
                <a:latin typeface="Arial" panose="020B0604020202020204" pitchFamily="34" charset="0"/>
                <a:cs typeface="Arial" panose="020B0604020202020204" pitchFamily="34" charset="0"/>
              </a:rPr>
              <a:t>Группа </a:t>
            </a:r>
            <a:r>
              <a:rPr lang="ru-RU" sz="2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РИ-150912 </a:t>
            </a:r>
            <a:endParaRPr lang="ru-RU" sz="2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600" dirty="0">
                <a:latin typeface="Arial" panose="020B0604020202020204" pitchFamily="34" charset="0"/>
                <a:cs typeface="Arial" panose="020B0604020202020204" pitchFamily="34" charset="0"/>
              </a:rPr>
              <a:t>Преподаватель: </a:t>
            </a:r>
            <a:r>
              <a:rPr lang="ru-RU" sz="26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Царегородцев</a:t>
            </a:r>
            <a:r>
              <a:rPr lang="ru-RU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 Г.П.</a:t>
            </a:r>
            <a:endParaRPr lang="ru-RU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31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1305449"/>
              </p:ext>
            </p:extLst>
          </p:nvPr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/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293EF-572C-7200-2803-E8F239734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Основная идея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12508F-162E-E2EE-401C-C5CC093EE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Жанр: [например, 2D-платформер с головоломками].</a:t>
            </a:r>
          </a:p>
          <a:p>
            <a:r>
              <a:rPr lang="ru-RU" dirty="0"/>
              <a:t>Игрок: [кто он и что делает].</a:t>
            </a:r>
          </a:p>
          <a:p>
            <a:r>
              <a:rPr lang="ru-RU" dirty="0"/>
              <a:t>Цель: [как пройти уровень / победить </a:t>
            </a:r>
            <a:r>
              <a:rPr lang="en-US" dirty="0"/>
              <a:t>/</a:t>
            </a:r>
            <a:r>
              <a:rPr lang="ru-RU" dirty="0"/>
              <a:t> что считается победой</a:t>
            </a:r>
            <a:r>
              <a:rPr lang="en-US" dirty="0"/>
              <a:t> / </a:t>
            </a:r>
            <a:r>
              <a:rPr lang="ru-RU" dirty="0"/>
              <a:t>прогрессом ].</a:t>
            </a:r>
          </a:p>
          <a:p>
            <a:endParaRPr lang="en-US" dirty="0"/>
          </a:p>
          <a:p>
            <a:r>
              <a:rPr lang="ru-RU" dirty="0"/>
              <a:t>Описание: укладывайтесь в несколько предложений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244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A2F76-5A9C-D8C9-28CE-D7F5BD683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CFCB8FF8-92B5-63D2-6679-687AFEBAD5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F35A129-9FAC-5C5F-D1FE-6A81090AB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4A99822-F949-02D9-B8BA-DE31C75DA1F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71626F8-1D38-152E-F7F6-8E86648D30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77095-EC5C-C4B5-9863-1207DFD6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Игровые механики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BF49C4-CDD7-EAD5-2E34-D854D894C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Продолжение прошлого слайда. Описываете основные игровые фичи</a:t>
            </a:r>
            <a:r>
              <a:rPr lang="en-US" dirty="0"/>
              <a:t>/</a:t>
            </a:r>
            <a:r>
              <a:rPr lang="ru-RU" dirty="0"/>
              <a:t>механики, которые реализуете в проекте.</a:t>
            </a:r>
          </a:p>
          <a:p>
            <a:endParaRPr lang="ru-RU" dirty="0"/>
          </a:p>
          <a:p>
            <a:r>
              <a:rPr lang="ru-RU" dirty="0"/>
              <a:t>Пример через «действие -&gt; правило -&gt; результат»:</a:t>
            </a:r>
          </a:p>
          <a:p>
            <a:r>
              <a:rPr lang="ru-RU" dirty="0"/>
              <a:t>Передвижение: WASD/стрелки; нельзя проходить сквозь стены.</a:t>
            </a:r>
          </a:p>
          <a:p>
            <a:r>
              <a:rPr lang="ru-RU" dirty="0"/>
              <a:t>Ключи и двери: ключ открывает дверь того же цвета.</a:t>
            </a:r>
          </a:p>
          <a:p>
            <a:r>
              <a:rPr lang="ru-RU" dirty="0"/>
              <a:t>Враги: патрулируют маршрут, при контакте отнимают здоровье.</a:t>
            </a:r>
          </a:p>
          <a:p>
            <a:r>
              <a:rPr lang="ru-RU" dirty="0"/>
              <a:t>Интерфейс: здоровье, таймер, количество ключей.</a:t>
            </a:r>
          </a:p>
          <a:p>
            <a:endParaRPr lang="ru-RU" dirty="0"/>
          </a:p>
          <a:p>
            <a:r>
              <a:rPr lang="ru-RU" dirty="0"/>
              <a:t>Можно добавить визуализацию через скриншоты, диаграммы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334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5EE61-5ADC-0CCE-37C8-97D0EEEB8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F35A129-9FAC-5C5F-D1FE-6A81090ABB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A679F0-6BD3-1DB2-666D-AA1F7C51665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5894C0-241B-5C7C-A66F-CEE1A6BF12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30D63-8051-4386-5ECF-CB3601C5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Требования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A3484F-2073-B00D-0DC2-6E8AF8B51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62500" lnSpcReduction="20000"/>
          </a:bodyPr>
          <a:lstStyle/>
          <a:p>
            <a:r>
              <a:rPr lang="ru-RU" dirty="0"/>
              <a:t>Измеримые критерии для самостоятельной оценки «успешности» проекта</a:t>
            </a:r>
            <a:endParaRPr lang="en-US" dirty="0"/>
          </a:p>
          <a:p>
            <a:endParaRPr lang="en-US" dirty="0"/>
          </a:p>
          <a:p>
            <a:r>
              <a:rPr lang="ru-RU" dirty="0"/>
              <a:t>Примеры требований:</a:t>
            </a:r>
          </a:p>
          <a:p>
            <a:pPr lvl="1"/>
            <a:r>
              <a:rPr lang="ru-RU" dirty="0"/>
              <a:t>Примеры ситуаций, где реализованные алгоритмы</a:t>
            </a:r>
            <a:r>
              <a:rPr lang="en-US" dirty="0"/>
              <a:t>/</a:t>
            </a:r>
            <a:r>
              <a:rPr lang="ru-RU" dirty="0"/>
              <a:t>механики должны работать корректно</a:t>
            </a:r>
          </a:p>
          <a:p>
            <a:pPr lvl="1"/>
            <a:r>
              <a:rPr lang="ru-RU" dirty="0"/>
              <a:t>Функциональные требования:</a:t>
            </a:r>
          </a:p>
          <a:p>
            <a:pPr lvl="2"/>
            <a:r>
              <a:rPr lang="ru-RU" dirty="0"/>
              <a:t>игрок проходит минимум 3 уровня от старта до финиша.</a:t>
            </a:r>
          </a:p>
          <a:p>
            <a:pPr lvl="1"/>
            <a:r>
              <a:rPr lang="ru-RU" dirty="0"/>
              <a:t>Технические требования:</a:t>
            </a:r>
          </a:p>
          <a:p>
            <a:pPr lvl="2"/>
            <a:r>
              <a:rPr lang="ru-RU" dirty="0"/>
              <a:t>FPS </a:t>
            </a:r>
            <a:r>
              <a:rPr lang="en-US" dirty="0"/>
              <a:t>&gt;= 30</a:t>
            </a:r>
            <a:r>
              <a:rPr lang="ru-RU" dirty="0"/>
              <a:t> при 50 врагах и 100 предметах на экране, размер карты, число объектов,</a:t>
            </a:r>
          </a:p>
          <a:p>
            <a:pPr lvl="2"/>
            <a:r>
              <a:rPr lang="ru-RU" dirty="0"/>
              <a:t>Прогресс игры сохраняется и загружается из </a:t>
            </a:r>
            <a:r>
              <a:rPr lang="en-US" dirty="0"/>
              <a:t>JSON</a:t>
            </a:r>
            <a:r>
              <a:rPr lang="ru-RU" dirty="0"/>
              <a:t>-файла</a:t>
            </a:r>
          </a:p>
          <a:p>
            <a:pPr lvl="2"/>
            <a:r>
              <a:rPr lang="ru-RU" dirty="0"/>
              <a:t>Враг строит путь к игроку за &lt;= 50 мс на карте 50x50 </a:t>
            </a:r>
            <a:r>
              <a:rPr lang="ru-RU" dirty="0" err="1"/>
              <a:t>тайлов</a:t>
            </a:r>
            <a:endParaRPr lang="ru-RU" dirty="0"/>
          </a:p>
          <a:p>
            <a:pPr lvl="1"/>
            <a:r>
              <a:rPr lang="ru-RU" dirty="0"/>
              <a:t>Критерии готовности:</a:t>
            </a:r>
          </a:p>
          <a:p>
            <a:pPr lvl="2"/>
            <a:r>
              <a:rPr lang="ru-RU" dirty="0"/>
              <a:t>Есть меню с пунктами «Продолжить», «Начать заново», «Настройки»</a:t>
            </a:r>
          </a:p>
          <a:p>
            <a:pPr lvl="1"/>
            <a:r>
              <a:rPr lang="ru-RU" dirty="0"/>
              <a:t>Ограничения: что осознанно не включено в проект.</a:t>
            </a:r>
          </a:p>
          <a:p>
            <a:pPr marL="457200" lvl="1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Требования ставите сами себе при планировании проекта</a:t>
            </a:r>
          </a:p>
          <a:p>
            <a:r>
              <a:rPr lang="ru-RU" dirty="0"/>
              <a:t>Требования определяют, какие алгоритмы и архитектуру вы используете.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3213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52255-3F4F-34F6-FF63-9E9EE34C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5FA781BD-0E50-F689-1C99-F7DD3A0E92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CFCB8FF8-92B5-63D2-6679-687AFEBAD5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BC66736-B908-7604-DCF8-3A5D81979456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854CE2-6A4C-E602-B410-D63168E8B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DA5246-CC82-FC30-856D-EB3D123B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Архитектура проекта. Общий обзор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5C2B48-41A4-EC75-580C-AC098442A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Какая архитектура используется в игре. Почему именно она, а не другие?</a:t>
            </a:r>
          </a:p>
          <a:p>
            <a:endParaRPr lang="ru-RU" sz="2000" dirty="0"/>
          </a:p>
          <a:p>
            <a:r>
              <a:rPr lang="ru-RU" sz="2000" dirty="0"/>
              <a:t>Что можно тут показать:</a:t>
            </a:r>
          </a:p>
          <a:p>
            <a:pPr lvl="1"/>
            <a:r>
              <a:rPr lang="ru-RU" sz="1600" dirty="0"/>
              <a:t>Ключевые компоненты: Game, </a:t>
            </a:r>
            <a:r>
              <a:rPr lang="ru-RU" sz="1600" dirty="0" err="1"/>
              <a:t>Scene</a:t>
            </a:r>
            <a:r>
              <a:rPr lang="ru-RU" sz="1600" dirty="0"/>
              <a:t>/State, </a:t>
            </a:r>
            <a:r>
              <a:rPr lang="ru-RU" sz="1600" dirty="0" err="1"/>
              <a:t>Entity</a:t>
            </a:r>
            <a:r>
              <a:rPr lang="ru-RU" sz="1600" dirty="0"/>
              <a:t>, System/Manager, </a:t>
            </a:r>
            <a:r>
              <a:rPr lang="ru-RU" sz="1600" dirty="0" err="1"/>
              <a:t>Renderer</a:t>
            </a:r>
            <a:r>
              <a:rPr lang="ru-RU" sz="1600" dirty="0"/>
              <a:t>, </a:t>
            </a:r>
            <a:r>
              <a:rPr lang="ru-RU" sz="1600" dirty="0" err="1"/>
              <a:t>Input</a:t>
            </a:r>
            <a:r>
              <a:rPr lang="ru-RU" sz="1600" dirty="0"/>
              <a:t>, Resources.</a:t>
            </a:r>
          </a:p>
          <a:p>
            <a:pPr lvl="1"/>
            <a:r>
              <a:rPr lang="ru-RU" sz="1600" dirty="0"/>
              <a:t>Ответственность компонентов: кто хранит данные, кто меняет состояние, кто рисует.</a:t>
            </a:r>
            <a:endParaRPr lang="en-US" sz="1600" dirty="0"/>
          </a:p>
          <a:p>
            <a:pPr lvl="1"/>
            <a:endParaRPr lang="ru-RU" sz="2000" dirty="0"/>
          </a:p>
          <a:p>
            <a:r>
              <a:rPr lang="ru-RU" sz="2000" dirty="0"/>
              <a:t>Почему эта архитектура удобна именно для вашей игры?</a:t>
            </a:r>
          </a:p>
          <a:p>
            <a:pPr marL="0" indent="0">
              <a:buNone/>
            </a:pPr>
            <a:endParaRPr lang="ru-RU" sz="2000" dirty="0"/>
          </a:p>
          <a:p>
            <a:r>
              <a:rPr lang="ru-RU" sz="2000" dirty="0"/>
              <a:t>Вставьте C4/UML схему</a:t>
            </a:r>
            <a:r>
              <a:rPr lang="en-US" sz="2000" dirty="0"/>
              <a:t>/</a:t>
            </a:r>
            <a:r>
              <a:rPr lang="ru-RU" sz="2000" dirty="0"/>
              <a:t>схемы компонентов. Можно на несколько слайдов.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346345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9B2D4-A8EB-9580-233D-F445FE0D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9626BCC6-EAF0-EC4C-C799-798976F0FC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FA781BD-0E50-F689-1C99-F7DD3A0E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4097C8D-6A62-ACE3-097B-27087E8D0F15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4913DE-E977-804E-2320-58743AB8187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4C7D7-B27A-6AA8-5443-3FCCB2FAD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Архитектура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A4550-C5C9-D41E-CAB2-0898A9FC0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Диаграммы вашей архитектуры.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 примеру:</a:t>
            </a:r>
          </a:p>
          <a:p>
            <a:pPr lvl="1"/>
            <a:r>
              <a:rPr lang="ru-RU" dirty="0"/>
              <a:t>Диаграмма компонентов, классов, игровых систем, сцен, </a:t>
            </a:r>
            <a:r>
              <a:rPr lang="en-US" dirty="0"/>
              <a:t>AI </a:t>
            </a:r>
            <a:r>
              <a:rPr lang="ru-RU" dirty="0"/>
              <a:t>поведения, конечных автоматов, клиент-серверного взаимодействия и т.д.</a:t>
            </a:r>
          </a:p>
          <a:p>
            <a:pPr lvl="1"/>
            <a:r>
              <a:rPr lang="ru-RU" dirty="0"/>
              <a:t>Структура папок: </a:t>
            </a:r>
            <a:r>
              <a:rPr lang="ru-RU" dirty="0" err="1"/>
              <a:t>src</a:t>
            </a:r>
            <a:r>
              <a:rPr lang="ru-RU" dirty="0"/>
              <a:t>/, </a:t>
            </a:r>
            <a:r>
              <a:rPr lang="ru-RU" dirty="0" err="1"/>
              <a:t>assets</a:t>
            </a:r>
            <a:r>
              <a:rPr lang="ru-RU" dirty="0"/>
              <a:t>/, </a:t>
            </a:r>
            <a:r>
              <a:rPr lang="ru-RU" dirty="0" err="1"/>
              <a:t>levels</a:t>
            </a:r>
            <a:r>
              <a:rPr lang="ru-RU" dirty="0"/>
              <a:t>/, </a:t>
            </a:r>
            <a:r>
              <a:rPr lang="ru-RU" dirty="0" err="1"/>
              <a:t>tests</a:t>
            </a:r>
            <a:r>
              <a:rPr lang="ru-RU" dirty="0"/>
              <a:t>/, </a:t>
            </a:r>
            <a:r>
              <a:rPr lang="ru-RU" dirty="0" err="1"/>
              <a:t>docs</a:t>
            </a:r>
            <a:r>
              <a:rPr lang="ru-RU" dirty="0"/>
              <a:t>/ и назначение каждой части.</a:t>
            </a:r>
          </a:p>
          <a:p>
            <a:pPr lvl="1"/>
            <a:r>
              <a:rPr lang="ru-RU" dirty="0"/>
              <a:t>Основные классы: какие данные они инкапсулируют.</a:t>
            </a:r>
          </a:p>
          <a:p>
            <a:pPr lvl="1"/>
            <a:r>
              <a:rPr lang="ru-RU" dirty="0"/>
              <a:t>Связи между модулями: импорт, события, общие интерфейсы.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Набор зависит от проекта и содержания. Расположите на нескольких слайдах при необходимости.</a:t>
            </a:r>
          </a:p>
          <a:p>
            <a:r>
              <a:rPr lang="en-US" dirty="0"/>
              <a:t>C4</a:t>
            </a:r>
            <a:r>
              <a:rPr lang="ru-RU" dirty="0"/>
              <a:t> для </a:t>
            </a:r>
            <a:r>
              <a:rPr lang="ru-RU" dirty="0" err="1"/>
              <a:t>высокоуровнего</a:t>
            </a:r>
            <a:r>
              <a:rPr lang="ru-RU" dirty="0"/>
              <a:t> обзора</a:t>
            </a:r>
            <a:r>
              <a:rPr lang="en-US" dirty="0"/>
              <a:t>, UML</a:t>
            </a:r>
            <a:r>
              <a:rPr lang="ru-RU" dirty="0"/>
              <a:t> для более конкретного.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483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8979E-5339-F9BD-363A-E5F237C6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8EC5BE12-4B18-A41C-B320-790F627691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5FA781BD-0E50-F689-1C99-F7DD3A0E9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F6FE215-7872-131B-1412-4F663C1C19CE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2153B6A-31B2-DD4D-78A2-EFDF5D012E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6902C8-6F66-9532-62EA-4CADE0EF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8F4FD9-0BE5-2D0C-408F-4DE8EEEA1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Первый алгоритм. </a:t>
            </a:r>
          </a:p>
          <a:p>
            <a:r>
              <a:rPr lang="ru-RU" dirty="0"/>
              <a:t>Зачем в проекте?</a:t>
            </a:r>
          </a:p>
          <a:p>
            <a:r>
              <a:rPr lang="ru-RU" dirty="0"/>
              <a:t>Как реализован в проекте:</a:t>
            </a:r>
            <a:endParaRPr lang="en-US" dirty="0"/>
          </a:p>
          <a:p>
            <a:pPr lvl="1"/>
            <a:r>
              <a:rPr lang="ru-RU" dirty="0"/>
              <a:t>где находится в коде, как он интегрирован в игровой цикл, архитектуру</a:t>
            </a:r>
          </a:p>
          <a:p>
            <a:r>
              <a:rPr lang="ru-RU" dirty="0"/>
              <a:t>Входные данные:</a:t>
            </a:r>
            <a:endParaRPr lang="en-US" dirty="0"/>
          </a:p>
          <a:p>
            <a:pPr lvl="1"/>
            <a:r>
              <a:rPr lang="ru-RU" dirty="0"/>
              <a:t>карта, граф, список объектов, состояние врага и т.д.</a:t>
            </a:r>
          </a:p>
          <a:p>
            <a:r>
              <a:rPr lang="ru-RU" dirty="0"/>
              <a:t>Выходные данные: </a:t>
            </a:r>
            <a:endParaRPr lang="en-US" dirty="0"/>
          </a:p>
          <a:p>
            <a:pPr lvl="1"/>
            <a:r>
              <a:rPr lang="ru-RU" dirty="0"/>
              <a:t>путь, действие AI, новая карта, набор столкновений, событие </a:t>
            </a:r>
          </a:p>
          <a:p>
            <a:r>
              <a:rPr lang="ru-RU" dirty="0"/>
              <a:t>Сложность по времени/памяти: </a:t>
            </a:r>
            <a:endParaRPr lang="en-US" dirty="0"/>
          </a:p>
          <a:p>
            <a:pPr lvl="1"/>
            <a:r>
              <a:rPr lang="en-US" dirty="0"/>
              <a:t>O</a:t>
            </a:r>
            <a:r>
              <a:rPr lang="ru-RU" dirty="0"/>
              <a:t>(</a:t>
            </a:r>
            <a:r>
              <a:rPr lang="en-US" dirty="0"/>
              <a:t>…</a:t>
            </a:r>
            <a:r>
              <a:rPr lang="ru-RU" dirty="0"/>
              <a:t>), ограничения и худшие случаи.</a:t>
            </a:r>
          </a:p>
          <a:p>
            <a:r>
              <a:rPr lang="ru-RU" dirty="0"/>
              <a:t>Фрагмент кода или псевдокод + результат на скриншоте.</a:t>
            </a:r>
          </a:p>
          <a:p>
            <a:endParaRPr lang="ru-RU" dirty="0"/>
          </a:p>
          <a:p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0179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E5BB3-6308-F18C-D1C9-0AED2489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483546A7-C5DA-4D41-9102-2391DC4E0A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8EC5BE12-4B18-A41C-B320-790F62769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BD02CE3-C66A-36A6-533E-6AC8F4BB8D2F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B07BF34-7405-5880-1BAF-F8683812E7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0D9277-088B-B16D-16D5-BD90F244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3467CB-2E61-E50E-D9FE-0F1D677002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Второй алгоритм. </a:t>
            </a:r>
          </a:p>
          <a:p>
            <a:r>
              <a:rPr lang="ru-RU" dirty="0"/>
              <a:t>Зачем в проекте?</a:t>
            </a:r>
          </a:p>
          <a:p>
            <a:r>
              <a:rPr lang="ru-RU" dirty="0"/>
              <a:t>Как реализован в проекте:</a:t>
            </a:r>
            <a:endParaRPr lang="en-US" dirty="0"/>
          </a:p>
          <a:p>
            <a:pPr lvl="1"/>
            <a:r>
              <a:rPr lang="ru-RU" dirty="0"/>
              <a:t>где находится в коде, как он интегрирован в игровой цикл, архитектуру</a:t>
            </a:r>
          </a:p>
          <a:p>
            <a:r>
              <a:rPr lang="ru-RU" dirty="0"/>
              <a:t>Входные данные:</a:t>
            </a:r>
            <a:endParaRPr lang="en-US" dirty="0"/>
          </a:p>
          <a:p>
            <a:pPr lvl="1"/>
            <a:r>
              <a:rPr lang="ru-RU" dirty="0"/>
              <a:t>карта, граф, список объектов, состояние врага и т.д.</a:t>
            </a:r>
          </a:p>
          <a:p>
            <a:r>
              <a:rPr lang="ru-RU" dirty="0"/>
              <a:t>Выходные данные: </a:t>
            </a:r>
            <a:endParaRPr lang="en-US" dirty="0"/>
          </a:p>
          <a:p>
            <a:pPr lvl="1"/>
            <a:r>
              <a:rPr lang="ru-RU" dirty="0"/>
              <a:t>путь, действие AI, новая карта, набор столкновений, событие </a:t>
            </a:r>
          </a:p>
          <a:p>
            <a:r>
              <a:rPr lang="ru-RU" dirty="0"/>
              <a:t>Сложность по времени/памяти: </a:t>
            </a:r>
            <a:endParaRPr lang="en-US" dirty="0"/>
          </a:p>
          <a:p>
            <a:pPr lvl="1"/>
            <a:r>
              <a:rPr lang="en-US" dirty="0"/>
              <a:t>O</a:t>
            </a:r>
            <a:r>
              <a:rPr lang="ru-RU" dirty="0"/>
              <a:t>(</a:t>
            </a:r>
            <a:r>
              <a:rPr lang="en-US" dirty="0"/>
              <a:t>…</a:t>
            </a:r>
            <a:r>
              <a:rPr lang="ru-RU" dirty="0"/>
              <a:t>), ограничения и худшие случаи.</a:t>
            </a:r>
          </a:p>
          <a:p>
            <a:r>
              <a:rPr lang="ru-RU" dirty="0"/>
              <a:t>Фрагмент кода или псевдокод + результат на скриншоте.</a:t>
            </a:r>
          </a:p>
          <a:p>
            <a:endParaRPr lang="ru-RU" dirty="0"/>
          </a:p>
          <a:p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696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EED6-D0B8-D5CD-082A-8722BAB2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E090C4F-2E47-D1A8-EF05-DBE850FBF8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ABDE051-C0CB-1C98-140F-5C8DF0E2D648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962C45-51B6-894A-B9BD-1ABCA4305B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3FD9C1-9E41-AE05-D8F0-204A5273E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Алгоритмы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0CF49F-3DE2-96F7-3CB5-21C21A7E0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Другие алгоритмы по схожей схеме</a:t>
            </a:r>
          </a:p>
        </p:txBody>
      </p:sp>
    </p:spTree>
    <p:extLst>
      <p:ext uri="{BB962C8B-B14F-4D97-AF65-F5344CB8AC3E}">
        <p14:creationId xmlns:p14="http://schemas.microsoft.com/office/powerpoint/2010/main" val="326460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0644A-F5BC-A5C6-0EA7-46CE1524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EDC60564-F4BE-5F52-DF5A-F58C422C64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AE090C4F-2E47-D1A8-EF05-DBE850FBF8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D86D2AF-E848-0A55-4FFE-D1DFCB79BB6D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CB9400B-51BC-1223-A981-1E4D53765E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1CE5C-AC8B-0A3A-4D0D-212A07D4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Тестирование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19954-C002-A155-84FB-D478D2F64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Что тестировалось и как. Статистика по тестам.</a:t>
            </a:r>
          </a:p>
          <a:p>
            <a:endParaRPr lang="ru-RU" dirty="0"/>
          </a:p>
          <a:p>
            <a:r>
              <a:rPr lang="ru-RU" dirty="0"/>
              <a:t>К примеру:</a:t>
            </a:r>
          </a:p>
          <a:p>
            <a:r>
              <a:rPr lang="ru-RU" dirty="0"/>
              <a:t>Юнит-тестирование: </a:t>
            </a:r>
            <a:r>
              <a:rPr lang="en-US" dirty="0"/>
              <a:t>A*</a:t>
            </a:r>
            <a:r>
              <a:rPr lang="ru-RU" dirty="0"/>
              <a:t>, коллизии.</a:t>
            </a:r>
          </a:p>
          <a:p>
            <a:r>
              <a:rPr lang="ru-RU" dirty="0"/>
              <a:t>Интеграционные тесты: «игрок взял ключ -</a:t>
            </a:r>
            <a:r>
              <a:rPr lang="en-US" dirty="0"/>
              <a:t>&gt; </a:t>
            </a:r>
            <a:r>
              <a:rPr lang="ru-RU" dirty="0"/>
              <a:t>дошел до двери </a:t>
            </a:r>
            <a:r>
              <a:rPr lang="en-US" dirty="0"/>
              <a:t>-&gt;</a:t>
            </a:r>
            <a:r>
              <a:rPr lang="ru-RU" dirty="0"/>
              <a:t> дверь открылась</a:t>
            </a:r>
            <a:r>
              <a:rPr lang="en-US" dirty="0"/>
              <a:t> –&gt; </a:t>
            </a:r>
            <a:r>
              <a:rPr lang="ru-RU" dirty="0"/>
              <a:t>уровень завершился». </a:t>
            </a:r>
          </a:p>
          <a:p>
            <a:r>
              <a:rPr lang="ru-RU" dirty="0"/>
              <a:t>Статистика: 37 тестов, 37 проходит.</a:t>
            </a:r>
          </a:p>
          <a:p>
            <a:r>
              <a:rPr lang="ru-RU" dirty="0"/>
              <a:t>Стоит добавить примеры из кода, скриншоты вывода </a:t>
            </a:r>
            <a:r>
              <a:rPr lang="en-US" dirty="0" err="1"/>
              <a:t>pytest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1081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61554-D17B-1FA6-E9DD-A9CC3F14D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2B2166BC-B661-48DF-CF5E-1A7C34C4A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483546A7-C5DA-4D41-9102-2391DC4E0A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337E39-69E8-924A-9D20-00419796C7A9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5A02D85-4A69-5F54-F4EC-3E4695B576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F064E9-C144-FCDC-5144-3B556B488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Стек технологий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389F02-A522-3420-4DA1-75B659C76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Использованные инструменты, ЯП, </a:t>
            </a:r>
            <a:r>
              <a:rPr lang="en-US" dirty="0"/>
              <a:t>Git, </a:t>
            </a:r>
            <a:r>
              <a:rPr lang="ru-RU" dirty="0"/>
              <a:t>библиотеки и т.д.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2083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9DB5F-4704-1D5F-F383-245676E27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20ED58C-1B95-1444-E59E-4F718F570B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2B2166BC-B661-48DF-CF5E-1A7C34C4AD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F701D7-28D9-8D28-BD2B-E6B31B944360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6B09C8-2C4E-42FC-CFD9-8F5D670206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7392EF-D1E2-FF9F-F559-6E0E94F11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История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2B7E19-8852-C547-C06C-C5EF1EB48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Скриншот истории </a:t>
            </a:r>
            <a:r>
              <a:rPr lang="en-US" dirty="0"/>
              <a:t>Git</a:t>
            </a:r>
            <a:r>
              <a:rPr lang="ru-RU" dirty="0"/>
              <a:t>-репозитория, к примеру.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6049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E1D69-3770-9DB1-AF50-974FDD3A9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AF95793C-B0D0-BD90-D14B-43EB4571E0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289848" y="216259"/>
          <a:ext cx="1282735" cy="4466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CorelDRAW" r:id="rId3" imgW="2566457" imgH="894201" progId="CorelDraw.Graphic.22">
                  <p:embed/>
                </p:oleObj>
              </mc:Choice>
              <mc:Fallback>
                <p:oleObj name="CorelDRAW" r:id="rId3" imgW="2566457" imgH="894201" progId="CorelDraw.Graphic.22">
                  <p:embed/>
                  <p:pic>
                    <p:nvPicPr>
                      <p:cNvPr id="12" name="Объект 11">
                        <a:extLst>
                          <a:ext uri="{FF2B5EF4-FFF2-40B4-BE49-F238E27FC236}">
                            <a16:creationId xmlns:a16="http://schemas.microsoft.com/office/drawing/2014/main" id="{A20ED58C-1B95-1444-E59E-4F718F570B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89848" y="216259"/>
                        <a:ext cx="1282735" cy="4466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870481-8EA5-E810-1375-2B0AB19EC079}"/>
              </a:ext>
            </a:extLst>
          </p:cNvPr>
          <p:cNvSpPr/>
          <p:nvPr/>
        </p:nvSpPr>
        <p:spPr>
          <a:xfrm>
            <a:off x="986118" y="756621"/>
            <a:ext cx="10586465" cy="216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rgbClr val="7030A0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6CAC4E-8BD5-FBE8-4488-868A589E6B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795" y="228173"/>
            <a:ext cx="917722" cy="43496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1AB82-87E4-79ED-5AF3-CAD0CB170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517" y="76567"/>
            <a:ext cx="9111712" cy="834040"/>
          </a:xfrm>
        </p:spPr>
        <p:txBody>
          <a:bodyPr/>
          <a:lstStyle/>
          <a:p>
            <a:r>
              <a:rPr lang="ru-RU" dirty="0"/>
              <a:t>Демонстрация результатов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3CD893-4888-43D2-469E-019C12E53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6983" y="1342930"/>
            <a:ext cx="10515600" cy="4351338"/>
          </a:xfrm>
        </p:spPr>
        <p:txBody>
          <a:bodyPr/>
          <a:lstStyle/>
          <a:p>
            <a:r>
              <a:rPr lang="ru-RU" dirty="0"/>
              <a:t>Можно ссылку на видео, либо набор скриншотов разных моментов, механик, результатов.</a:t>
            </a:r>
          </a:p>
        </p:txBody>
      </p:sp>
    </p:spTree>
    <p:extLst>
      <p:ext uri="{BB962C8B-B14F-4D97-AF65-F5344CB8AC3E}">
        <p14:creationId xmlns:p14="http://schemas.microsoft.com/office/powerpoint/2010/main" val="402487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1957</TotalTime>
  <Words>675</Words>
  <Application>Microsoft Office PowerPoint</Application>
  <PresentationFormat>Широкоэкранный</PresentationFormat>
  <Paragraphs>114</Paragraphs>
  <Slides>13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CorelDRAW</vt:lpstr>
      <vt:lpstr>Презентация PowerPoint</vt:lpstr>
      <vt:lpstr>Основная идея</vt:lpstr>
      <vt:lpstr>Игровые механики</vt:lpstr>
      <vt:lpstr>Требования</vt:lpstr>
      <vt:lpstr>Архитектура проекта. Общий обзор</vt:lpstr>
      <vt:lpstr>Архитектура проекта</vt:lpstr>
      <vt:lpstr>Алгоритмы</vt:lpstr>
      <vt:lpstr>Алгоритмы</vt:lpstr>
      <vt:lpstr>Алгоритмы</vt:lpstr>
      <vt:lpstr>Тестирование </vt:lpstr>
      <vt:lpstr>Стек технологий</vt:lpstr>
      <vt:lpstr>История разработки</vt:lpstr>
      <vt:lpstr>Демонстрация результатов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</dc:creator>
  <cp:lastModifiedBy>Пользователь</cp:lastModifiedBy>
  <cp:revision>124</cp:revision>
  <dcterms:created xsi:type="dcterms:W3CDTF">2019-05-31T06:38:44Z</dcterms:created>
  <dcterms:modified xsi:type="dcterms:W3CDTF">2026-05-28T08:09:36Z</dcterms:modified>
</cp:coreProperties>
</file>